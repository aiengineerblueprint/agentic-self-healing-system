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22"/>
  </p:normalViewPr>
  <p:slideViewPr>
    <p:cSldViewPr snapToGrid="0" snapToObjects="1">
      <p:cViewPr varScale="1">
        <p:scale>
          <a:sx n="113" d="100"/>
          <a:sy n="113" d="100"/>
        </p:scale>
        <p:origin x="7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91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 while people settle.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room how long it takes to get the ticket to the right team. Nobody says under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demo where you ask an LLM 'who broke this?' proves nothing — you cannot audit it, and it will be confidently wrong at the worst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your services, unchanged, not in the request path. Middle: the loop. Right: it either repairs or it stops and tells a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`make demo`. 1m47s for both acts. If short on time, ACT=2 is the one to keep — it carries the harder claim in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Click into the Act 2 incident live if there 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Volunteering this is what makes the rest credible. A good engineer in the room will find this gap — get there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here, then questions. 45/45 exit checks pass today; three clean runs from a full reset, ~90s per repair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1887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847" y="1965960"/>
            <a:ext cx="6973824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16052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800" b="0" i="0">
                <a:solidFill>
                  <a:srgbClr val="334155"/>
                </a:solidFill>
                <a:latin typeface="Helvetica Neue"/>
              </a:rPr>
              <a:t>It finds the failure, works out whose bug it is, fixes it in the right repository, and proves the fix held.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4800600"/>
            <a:ext cx="2011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Helvetica Neue"/>
              </a:rPr>
              <a:t>Ten minutes  ·  one live demo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DF93F-F67B-5FB4-DB57-1DB36F93ACCC}"/>
              </a:ext>
            </a:extLst>
          </p:cNvPr>
          <p:cNvSpPr txBox="1"/>
          <p:nvPr/>
        </p:nvSpPr>
        <p:spPr>
          <a:xfrm>
            <a:off x="777240" y="5806440"/>
            <a:ext cx="10637215" cy="42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lang="en-US" sz="2400" b="1" i="0" dirty="0">
                <a:solidFill>
                  <a:srgbClr val="94A3B8"/>
                </a:solidFill>
                <a:latin typeface="Helvetica Neue"/>
              </a:rPr>
              <a:t>Pushkar</a:t>
            </a:r>
            <a:r>
              <a:rPr sz="2400" b="1" i="0" dirty="0">
                <a:solidFill>
                  <a:srgbClr val="94A3B8"/>
                </a:solidFill>
                <a:latin typeface="Helvetica Neue"/>
              </a:rPr>
              <a:t>  </a:t>
            </a:r>
            <a:r>
              <a:rPr lang="en-US" sz="2400" b="1" i="0" dirty="0">
                <a:solidFill>
                  <a:srgbClr val="94A3B8"/>
                </a:solidFill>
                <a:latin typeface="Helvetica Neue"/>
              </a:rPr>
              <a:t>Mishra</a:t>
            </a:r>
            <a:endParaRPr sz="2400" b="1" i="0" dirty="0">
              <a:solidFill>
                <a:srgbClr val="94A3B8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20624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60">
                <a:solidFill>
                  <a:srgbClr val="2F81F7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Helvetica Neue"/>
              </a:rPr>
              <a:t>A 500 in production names nobody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051560" cy="25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ASHS · Agentic Self-Healing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600" b="0" i="0">
                <a:solidFill>
                  <a:srgbClr val="334155"/>
                </a:solidFill>
                <a:latin typeface="Helvetica Neue"/>
              </a:rPr>
              <a:t>One request fails across three teams' services. The error surfaced in the product — but the cause could be any of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24028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Who does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4028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Typical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32888"/>
            <a:ext cx="106070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60904"/>
            <a:ext cx="37856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Notice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660904"/>
            <a:ext cx="3328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On-call, or a 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660904"/>
            <a:ext cx="3054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Minutes to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3054096"/>
            <a:ext cx="10826496" cy="438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18104"/>
            <a:ext cx="37856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Work out whose bug it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118104"/>
            <a:ext cx="3328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Three teams on a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118104"/>
            <a:ext cx="3054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B91C1C"/>
                </a:solidFill>
                <a:latin typeface="Helvetica Neue"/>
              </a:rPr>
              <a:t>Hours to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75304"/>
            <a:ext cx="37856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Write the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575304"/>
            <a:ext cx="3328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One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575304"/>
            <a:ext cx="3054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3968496"/>
            <a:ext cx="10826496" cy="438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032504"/>
            <a:ext cx="37856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Prove it worked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032504"/>
            <a:ext cx="3328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Often skipped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032504"/>
            <a:ext cx="3054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01184"/>
            <a:ext cx="10637215" cy="640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4901184"/>
            <a:ext cx="41148" cy="64008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1" y="4901184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Helvetica Neue"/>
              </a:rPr>
              <a:t>The fix is the cheapest step. Everything around it is the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20624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60">
                <a:solidFill>
                  <a:srgbClr val="2F81F7"/>
                </a:solidFill>
                <a:latin typeface="Helvetica Neue"/>
              </a:rP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Helvetica Neue"/>
              </a:rPr>
              <a:t>Attribution is deterministic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051560" cy="25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ASHS · Agentic Self-Healing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10637215" cy="65836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41148" cy="6583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1645920"/>
            <a:ext cx="101800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Helvetica Neue"/>
              </a:rPr>
              <a:t>Only the narrative and the patch come from a model. Nothing else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Decided in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743200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Decided by the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35808"/>
            <a:ext cx="106070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63824"/>
            <a:ext cx="5157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Who owns the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163824"/>
            <a:ext cx="5157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Why it happened, in prose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3557016"/>
            <a:ext cx="10826496" cy="438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21024"/>
            <a:ext cx="5157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Which agent may repair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621024"/>
            <a:ext cx="5157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What the fix should 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78224"/>
            <a:ext cx="5157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Whether it may run at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4078224"/>
            <a:ext cx="5157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Helvetica Neue"/>
              </a:rPr>
              <a:t>Nothing else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46904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0" i="0">
                <a:solidFill>
                  <a:srgbClr val="334155"/>
                </a:solidFill>
                <a:latin typeface="Helvetica Neue"/>
              </a:rPr>
              <a:t>The decisive check is objective: we validate the payload a service returned against the schema that same service publishes. Anyone can re-run it and get the same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3825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ASHS · Agentic Self-Healing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0055" y="6382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60">
                <a:solidFill>
                  <a:srgbClr val="2F81F7"/>
                </a:solidFill>
                <a:latin typeface="Helvetica Neue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Helvetica Neue"/>
              </a:rPr>
              <a:t>The engines that do the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42415"/>
            <a:ext cx="1051560" cy="25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imple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1188720"/>
            <a:ext cx="8458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20624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60">
                <a:solidFill>
                  <a:srgbClr val="2F81F7"/>
                </a:solidFill>
                <a:latin typeface="Helvetica Neue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Helvetica Neue"/>
              </a:rPr>
              <a:t>Two faults, two different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051560" cy="25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ASHS · Agentic Self-Healing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5120640" cy="3200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512064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 i="0">
                <a:solidFill>
                  <a:srgbClr val="15803D"/>
                </a:solidFill>
                <a:latin typeface="Helvetica Neue"/>
              </a:rPr>
              <a:t>ACT 1 — the product owns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Helvetica Neue"/>
              </a:rPr>
              <a:t>Both capabilities are cleared against their own published schemas.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350" b="0" i="0">
              <a:solidFill>
                <a:srgbClr val="334155"/>
              </a:solidFill>
              <a:latin typeface="Helvetica Neue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Helvetica Neue"/>
              </a:rPr>
              <a:t>Scores 0.92 — high enough to act.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350" b="0" i="0">
              <a:solidFill>
                <a:srgbClr val="334155"/>
              </a:solidFill>
              <a:latin typeface="Helvetica Neue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Helvetica Neue"/>
              </a:rPr>
              <a:t>Test fails before the patch, passes after.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43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i="0">
                <a:solidFill>
                  <a:srgbClr val="15803D"/>
                </a:solidFill>
                <a:latin typeface="Helvetica Neue"/>
              </a:rPr>
              <a:t>Repaired itself in ~80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166360" cy="3200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45720" cy="3200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 i="0">
                <a:solidFill>
                  <a:srgbClr val="2F81F7"/>
                </a:solidFill>
                <a:latin typeface="Helvetica Neue"/>
              </a:rPr>
              <a:t>ACT 2 — a capability owns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Helvetica Neue"/>
              </a:rPr>
              <a:t>Surfaced in the product. Fault domain two repositories away.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350" b="0" i="0">
              <a:solidFill>
                <a:srgbClr val="334155"/>
              </a:solidFill>
              <a:latin typeface="Helvetica Neue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Helvetica Neue"/>
              </a:rPr>
              <a:t>It returns HTTP 200 that breaks its own schema — it never errors at all.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350" b="0" i="0">
              <a:solidFill>
                <a:srgbClr val="334155"/>
              </a:solidFill>
              <a:latin typeface="Helvetica Neue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Helvetica Neue"/>
              </a:rPr>
              <a:t>A different team's agent patched a different repo.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43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i="0">
                <a:solidFill>
                  <a:srgbClr val="2F81F7"/>
                </a:solidFill>
                <a:latin typeface="Helvetica Neue"/>
              </a:rPr>
              <a:t>Repaired in ~85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074920"/>
            <a:ext cx="10637215" cy="621792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5074920"/>
            <a:ext cx="41148" cy="6217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1" y="5074920"/>
            <a:ext cx="1018001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Helvetica Neue"/>
              </a:rPr>
              <a:t>Act 1 shows the repair is real. Act 2 shows the attribution is real — it routed past the service where the error appeared.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20624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60">
                <a:solidFill>
                  <a:srgbClr val="2F81F7"/>
                </a:solidFill>
                <a:latin typeface="Helvetica Neue"/>
              </a:rPr>
              <a:t>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Helvetica Neue"/>
              </a:rPr>
              <a:t>Nothing on screen that isn't in the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051560" cy="25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ASHS · Agentic Self-Healing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1" y="1342136"/>
            <a:ext cx="10940626" cy="4502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Helvetica Neue"/>
              </a:rPr>
              <a:t>Every decision, with the evidence behind it  ·  the actual diff  ·  both test-gate runs  ·  who was cleared and why  ·  replayable from one incident 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20624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60">
                <a:solidFill>
                  <a:srgbClr val="2F81F7"/>
                </a:solidFill>
                <a:latin typeface="Helvetica Neue"/>
              </a:rPr>
              <a:t>BE CLEAR ABOUT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Helvetica Neue"/>
              </a:rPr>
              <a:t>A working prototype, not a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051560" cy="25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ASHS · Agentic Self-Healing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What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59" y="1691640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What is not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84248"/>
            <a:ext cx="106070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12264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15803D"/>
                </a:solidFill>
                <a:latin typeface="Helvetica Neue"/>
              </a:rPr>
              <a:t>The attribution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2112264"/>
            <a:ext cx="56144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B91C1C"/>
                </a:solidFill>
                <a:latin typeface="Helvetica Neue"/>
              </a:rPr>
              <a:t>Runs on Compose, one machine — no HA, no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560320"/>
            <a:ext cx="10826496" cy="4937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24328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15803D"/>
                </a:solidFill>
                <a:latin typeface="Helvetica Neue"/>
              </a:rPr>
              <a:t>The policy gates and the test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2624328"/>
            <a:ext cx="56144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B91C1C"/>
                </a:solidFill>
                <a:latin typeface="Helvetica Neue"/>
              </a:rPr>
              <a:t>Patches are snapshot/restore, not git or a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15803D"/>
                </a:solidFill>
                <a:latin typeface="Helvetica Neue"/>
              </a:rPr>
              <a:t>The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3136392"/>
            <a:ext cx="56144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B91C1C"/>
                </a:solidFill>
                <a:latin typeface="Helvetica Neue"/>
              </a:rPr>
              <a:t>"Deploy" is a hot reload, not a real rollout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" y="3584448"/>
            <a:ext cx="10826496" cy="4937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648456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15803D"/>
                </a:solidFill>
                <a:latin typeface="Helvetica Neue"/>
              </a:rPr>
              <a:t>Byte-for-byte 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59" y="3648456"/>
            <a:ext cx="56144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B91C1C"/>
                </a:solidFill>
                <a:latin typeface="Helvetica Neue"/>
              </a:rPr>
              <a:t>Real telemetry is far noisier than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434840"/>
            <a:ext cx="10637215" cy="7772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434840"/>
            <a:ext cx="41148" cy="7772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1" y="4434840"/>
            <a:ext cx="101800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50" b="0" i="0">
                <a:solidFill>
                  <a:srgbClr val="0F172A"/>
                </a:solidFill>
                <a:latin typeface="Helvetica Neue"/>
              </a:rPr>
              <a:t>The open gap worth naming first: we only see failures that throw. Flip an emission factor from 0.71 to 0.95 and every request still returns 200 — nothing detects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20624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60">
                <a:solidFill>
                  <a:srgbClr val="2F81F7"/>
                </a:solidFill>
                <a:latin typeface="Helvetica Neue"/>
              </a:rPr>
              <a:t>WHERE IT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Helvetica Neue"/>
              </a:rPr>
              <a:t>What we would build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051560" cy="254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ASHS · Agentic Self-Healing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6766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Helvetica Neue"/>
              </a:rPr>
              <a:t>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84248"/>
            <a:ext cx="106070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12264"/>
            <a:ext cx="3694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Helvetica Neue"/>
              </a:rPr>
              <a:t>Git-backed pull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12264"/>
            <a:ext cx="6620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Repairs land in the review workflow teams already trust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615184"/>
            <a:ext cx="10826496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3694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Helvetica Neue"/>
              </a:rPr>
              <a:t>Approval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79192"/>
            <a:ext cx="662025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It already drafts a patch when unsure — let a human approve it in one 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3694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Detection beyond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46120"/>
            <a:ext cx="6620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SLO burn, latency, silent corruption — none of which throw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" y="3749039"/>
            <a:ext cx="10826496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813048"/>
            <a:ext cx="3694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Calibrated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13048"/>
            <a:ext cx="6620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Measure whether repairs held, and fit the weights to that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79976"/>
            <a:ext cx="3694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Kubernetes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379976"/>
            <a:ext cx="6620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Helvetica Neue"/>
              </a:rPr>
              <a:t>Canary and progressive rollout instead of a hot reload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04104"/>
            <a:ext cx="106372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1">
                <a:solidFill>
                  <a:srgbClr val="0F172A"/>
                </a:solidFill>
                <a:latin typeface="Helvetica Neue"/>
              </a:rPr>
              <a:t>"The fix was never the hard part. Knowing whose it was, being allowed to make it, and proving it worked — that is the product."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819</Words>
  <Application>Microsoft Macintosh PowerPoint</Application>
  <PresentationFormat>Widescreen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Pushkar Mishra</cp:lastModifiedBy>
  <cp:revision>3</cp:revision>
  <dcterms:created xsi:type="dcterms:W3CDTF">2013-01-27T09:14:16Z</dcterms:created>
  <dcterms:modified xsi:type="dcterms:W3CDTF">2026-08-13T14:20:30Z</dcterms:modified>
  <cp:category/>
</cp:coreProperties>
</file>